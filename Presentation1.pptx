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44245" y="250190"/>
          <a:ext cx="65862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Parent A</a:t>
                      </a:r>
                      <a:endParaRPr lang="en-US" altLang="en-GB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944245" y="887730"/>
          <a:ext cx="65862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Parent B</a:t>
                      </a:r>
                      <a:endParaRPr lang="en-US" altLang="en-GB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2101850" y="2190750"/>
          <a:ext cx="65862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477"/>
                <a:gridCol w="457200"/>
                <a:gridCol w="457200"/>
                <a:gridCol w="457200"/>
                <a:gridCol w="457200"/>
                <a:gridCol w="45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4"/>
            </p:custDataLst>
          </p:nvPr>
        </p:nvGraphicFramePr>
        <p:xfrm>
          <a:off x="2315845" y="2846705"/>
          <a:ext cx="5943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 strike="sngStrike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 strike="sng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 strike="sngStrike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 strike="sng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 strike="sngStrike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 strike="sng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 strike="sngStrike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 strike="sng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 strike="sngStrike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 strike="sngStrik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>
            <p:custDataLst>
              <p:tags r:id="rId5"/>
            </p:custDataLst>
          </p:nvPr>
        </p:nvGraphicFramePr>
        <p:xfrm>
          <a:off x="944245" y="4049395"/>
          <a:ext cx="65862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Child</a:t>
                      </a:r>
                      <a:endParaRPr lang="en-US" altLang="en-GB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Down Arrow 12"/>
          <p:cNvSpPr/>
          <p:nvPr/>
        </p:nvSpPr>
        <p:spPr>
          <a:xfrm>
            <a:off x="4020185" y="1546225"/>
            <a:ext cx="742950" cy="36639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Down Arrow 13"/>
          <p:cNvSpPr/>
          <p:nvPr/>
        </p:nvSpPr>
        <p:spPr>
          <a:xfrm>
            <a:off x="4020185" y="3493770"/>
            <a:ext cx="742950" cy="36639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944245" y="2405380"/>
            <a:ext cx="1974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Order Crossover 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641600" y="1822450"/>
            <a:ext cx="852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Start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531485" y="1822450"/>
            <a:ext cx="852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End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3248660" y="1953260"/>
            <a:ext cx="0" cy="5651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31485" y="1946910"/>
            <a:ext cx="0" cy="5651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/>
          <p:nvPr>
            <p:custDataLst>
              <p:tags r:id="rId6"/>
            </p:custDataLst>
          </p:nvPr>
        </p:nvGraphicFramePr>
        <p:xfrm>
          <a:off x="1717675" y="5362575"/>
          <a:ext cx="4572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b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altLang="en-GB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 sz="1200" b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altLang="en-GB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40715" y="5706110"/>
            <a:ext cx="1234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400"/>
              <a:t>Gen position</a:t>
            </a:r>
            <a:endParaRPr lang="en-US" altLang="en-GB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18*30"/>
  <p:tag name="TABLE_ENDDRAG_RECT" val="35*104*518*30"/>
</p:tagLst>
</file>

<file path=ppt/tags/tag2.xml><?xml version="1.0" encoding="utf-8"?>
<p:tagLst xmlns:p="http://schemas.openxmlformats.org/presentationml/2006/main">
  <p:tag name="TABLE_ENDDRAG_ORIGIN_RECT" val="518*30"/>
  <p:tag name="TABLE_ENDDRAG_RECT" val="35*104*518*30"/>
</p:tagLst>
</file>

<file path=ppt/tags/tag3.xml><?xml version="1.0" encoding="utf-8"?>
<p:tagLst xmlns:p="http://schemas.openxmlformats.org/presentationml/2006/main">
  <p:tag name="TABLE_ENDDRAG_ORIGIN_RECT" val="518*30"/>
  <p:tag name="TABLE_ENDDRAG_RECT" val="35*104*518*30"/>
</p:tagLst>
</file>

<file path=ppt/tags/tag4.xml><?xml version="1.0" encoding="utf-8"?>
<p:tagLst xmlns:p="http://schemas.openxmlformats.org/presentationml/2006/main">
  <p:tag name="TABLE_ENDDRAG_ORIGIN_RECT" val="518*30"/>
  <p:tag name="TABLE_ENDDRAG_RECT" val="35*104*518*30"/>
</p:tagLst>
</file>

<file path=ppt/tags/tag5.xml><?xml version="1.0" encoding="utf-8"?>
<p:tagLst xmlns:p="http://schemas.openxmlformats.org/presentationml/2006/main">
  <p:tag name="TABLE_ENDDRAG_ORIGIN_RECT" val="518*30"/>
  <p:tag name="TABLE_ENDDRAG_RECT" val="35*104*518*30"/>
</p:tagLst>
</file>

<file path=ppt/tags/tag6.xml><?xml version="1.0" encoding="utf-8"?>
<p:tagLst xmlns:p="http://schemas.openxmlformats.org/presentationml/2006/main">
  <p:tag name="TABLE_ENDDRAG_ORIGIN_RECT" val="518*30"/>
  <p:tag name="TABLE_ENDDRAG_RECT" val="35*104*518*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WPS Presentation</Application>
  <PresentationFormat>Widescreen</PresentationFormat>
  <Paragraphs>148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Huynh Tranvan</cp:lastModifiedBy>
  <cp:revision>5</cp:revision>
  <dcterms:created xsi:type="dcterms:W3CDTF">2025-07-23T00:59:00Z</dcterms:created>
  <dcterms:modified xsi:type="dcterms:W3CDTF">2026-06-14T06:40:12Z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FFFA043DFA5E41DAAD6F11190F6D11AD_11</vt:lpwstr>
  </property>
  <property fmtid="{D5CDD505-2E9C-101B-9397-08002B2CF9AE}" pid="3" name="KSOProductBuildVer">
    <vt:lpwstr>2057-12.2.0.23202</vt:lpwstr>
  </property>
</Properties>
</file>